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920703-AED0-4EF3-9F58-7A55AC714B2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8FFA5B-75EA-4224-9AB9-DAE94BEA488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4BA075-ED65-41DA-883B-E1C5A9D8CE8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6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7E19B5-117B-4451-B498-E3BD93C7E5E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314789-BB65-4F84-A5AB-CC2218C2CE8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10757B-B968-43E8-A2E6-294C4305E99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34D40C-48D6-46ED-A526-EFE6DAA5253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6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45282F-133F-4871-918C-D47188FE2C3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3F9DD4-E2DC-4C13-B8BE-B3E587C3B6C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ko-KR" sz="2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텍스트 스타일을 편집하려면 클릭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두 번째 수준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세 번째 수준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네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다섯 번째 수준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7F945B-AEAF-42C4-BA5C-5E683850D3F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7059D3-5B8C-4DF6-AB23-17DF2A5032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맑은 고딕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203040" y="231840"/>
            <a:ext cx="6273000" cy="33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캐릭터 설정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/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스타일 주도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 -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반복 대화를 통해 캐릭터 컨셉의 구체화 작업을 진행하였습니다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 -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최종 정리한 캐릭터 외형 특징은 아래와 같습니다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en-US" sz="105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 “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 머리카락은 밝은 회색이며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짧은 보브컷 스타일로 커트되어 있습니다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앞머리는 자연스럽고 볼륨감 있게 드리워지며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오른쪽에는 귀 앞쪽으로 부드럽게 내려오는 땋은 머리가 있고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그 끝에는 작은 리본이 달려 있습니다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땋은 머리는 항상 귀 앞으로 드러나며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캐릭터의 부드러운 분위기를 강조합니다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왼쪽에는 파란색의 디지털 헤어핀이 고정되어 있는데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이는 감정이나 상태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정보 등을 표현할 수 있는 장치로서 기능하며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미래적인 분위기를 더합니다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눈동자는 밝고 선명한 파란색이며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캐릭터의 신비롭고 지적인 인상을 강조합니다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Alpha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는 메이드복 스타일의 의상을 착용하고 있으며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흰색과 파란색이 조화롭게 어우러진 짧은 소매 블라우스와 무릎까지 오는 우아한 치마를 입고 있습니다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치마 끝은 흰 레이스로 장식되어 있으며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허리에는 가는 벨트가 있어 핏을 정돈합니다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발에는 흰색 니삭스를 신고 고전적인 검정 메이드 구두를 착용하고 있습니다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Alpha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의 가장 상징적인 액세서리 중 하나는 왼쪽 손목에 착용된 디지털 손목시계입니다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이는 신비로운 블루 톤을 띠고 있으며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헤어핀과 마찬가지로 다양한 정보를 표시하거나 커뮤니케이션에 활용됩니다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시계와 헤어핀 모두에는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^Caret(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캐럿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)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마크가 각인되어 있으며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이는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Alpha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와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Luke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가 함께 개발 중인 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AI </a:t>
            </a:r>
            <a:r>
              <a:rPr lang="ko-KR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및 개발 툴 시스템의 로고입니다</a:t>
            </a: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61" name="그림 1" descr="만화 영화, 아니메, 소녀, 망가이(가) 표시된 사진&#10;&#10;AI가 생성한 콘텐츠는 부정확할 수 있습니다."/>
          <p:cNvPicPr/>
          <p:nvPr/>
        </p:nvPicPr>
        <p:blipFill>
          <a:blip r:embed="rId1"/>
          <a:stretch/>
        </p:blipFill>
        <p:spPr>
          <a:xfrm>
            <a:off x="6877080" y="907920"/>
            <a:ext cx="4787280" cy="48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직사각형 2"/>
          <p:cNvSpPr/>
          <p:nvPr/>
        </p:nvSpPr>
        <p:spPr>
          <a:xfrm>
            <a:off x="360000" y="3872160"/>
            <a:ext cx="3948840" cy="24393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말풍선: 모서리가 둥근 사각형 2"/>
          <p:cNvSpPr/>
          <p:nvPr/>
        </p:nvSpPr>
        <p:spPr>
          <a:xfrm>
            <a:off x="2021040" y="4500000"/>
            <a:ext cx="2147760" cy="955800"/>
          </a:xfrm>
          <a:prstGeom prst="wedgeRoundRectCallout">
            <a:avLst>
              <a:gd name="adj1" fmla="val -34422"/>
              <a:gd name="adj2" fmla="val 59909"/>
              <a:gd name="adj3" fmla="val 16667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Text Prompt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“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이 이미지 가이드 참고해서 노란색 뺀 색조로 진행하고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판넬에 텍스트는 빼줘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편집해서 쓸게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. 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4" name="TextBox 8"/>
          <p:cNvSpPr/>
          <p:nvPr/>
        </p:nvSpPr>
        <p:spPr>
          <a:xfrm flipH="1">
            <a:off x="449280" y="3780000"/>
            <a:ext cx="3633840" cy="638280"/>
          </a:xfrm>
          <a:prstGeom prst="rect">
            <a:avLst/>
          </a:prstGeom>
          <a:solidFill>
            <a:schemeClr val="bg1"/>
          </a:solidFill>
          <a:ln w="0">
            <a:solidFill>
              <a:srgbClr val="0e284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색조 가이드 이미지와 텍스트 프롬프트 입력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65" name="그림 6" descr="아니메, 만화 영화, 페인팅, 그림이(가) 표시된 사진&#10;&#10;AI가 생성한 콘텐츠는 부정확할 수 있습니다."/>
          <p:cNvPicPr/>
          <p:nvPr/>
        </p:nvPicPr>
        <p:blipFill>
          <a:blip r:embed="rId2"/>
          <a:stretch/>
        </p:blipFill>
        <p:spPr>
          <a:xfrm>
            <a:off x="544680" y="4372200"/>
            <a:ext cx="1397160" cy="159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 pitchFamily="0" charset="1"/>
        <a:ea typeface=""/>
        <a:cs typeface=""/>
      </a:majorFont>
      <a:minorFont>
        <a:latin typeface="맑은 고딕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LibreOffice/25.8.4.2$Linux_X86_64 LibreOffice_project/290daaa01b999472f0c7a3890eb6a550fd74c6df</Application>
  <AppVersion>15.0000</AppVersion>
  <Words>473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2025-05-07T06:04:34Z</dcterms:created>
  <dc:creator>luke</dc:creator>
  <dc:description/>
  <dc:language>ko-KR</dc:language>
  <cp:lastModifiedBy/>
  <dcterms:modified xsi:type="dcterms:W3CDTF">2026-01-15T19:35:29Z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4</vt:i4>
  </property>
</Properties>
</file>